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D83E-E87C-02EA-8EB7-A8EDA76BA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1D90B-C78E-534C-537E-7AD41B4EF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260AE-83D8-109B-C379-0E686FCE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5FA6E-C773-CA7F-5350-7704E41F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B2A69-B51C-32EF-0A91-E7F868A4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2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E7C4-C553-5ADD-395A-23CE1A28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0922F-836F-373D-EA61-05946130B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71A9A-EDBE-7080-DA10-2FAE70EA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FEE04-5475-CBBF-29E9-0C993BF4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A5BE2-5077-53C2-6085-AC351C1C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DEFB-2145-C143-236C-C6EE5C553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2F620-AFA9-9A15-A60F-2DE5CCE5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72F7C-1102-C420-B9DF-D0168EE4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C50D9-211C-FC06-90C6-03EA9541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7E562-680F-7F52-8580-5EA27720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0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D1C7-377B-35E4-947B-F0A338D5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A91E5-A2B1-E11B-A369-0BD1C8460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1BA63-0744-5722-E6DC-CE37804EC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CFF27-F0DD-D973-E0CF-BB38ECBC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9B7AE-7D57-1DD3-FAAD-2C656A1F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250BD-77FC-45D6-68E2-61D6A323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6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7EB7-76D3-908A-52E5-CEAD8639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516D2-7446-B06C-2E2F-C4904D9B8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D840-510C-2CB8-A5A8-F153616E1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F4093-30EC-C99D-E5BA-ECC8DD7E7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47CBDD-E666-3A76-DBF8-B86C1B062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636EB-F0EA-2FD3-9AC6-82FB414D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6CAB5-BF5B-50DC-186E-B688825A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1A231-6C7A-4D66-AEC8-A70C56B8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6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DF21-99C5-1B35-B08D-FB42E3A9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15F4A-BC8C-3FB7-4824-8C3ADED3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A280D-3FB5-60C3-4AD6-9450B7C7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85128-D5BC-AC9A-0E80-416A5F34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2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54170-794E-AAA2-AE34-B0561835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7DE7F-4FE0-EED3-47AC-84BEA656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69F36-3E72-6F51-02AD-483DD986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1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A9CA-4EF6-A261-1F03-B297D26C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9EC1-DD0C-6E69-F7CE-6A09F76A9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F79A7-D8B1-4DCF-029A-7D3068F09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79EA8-33D0-C54D-8360-3F884EDB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9AEFA-6EDF-D016-0863-3A15ABC0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E2751-9B34-9A0E-E3C1-24CB7C4D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6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7F2D5-A94B-24CF-A8D8-B6EB4B6A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44F6E-7256-D596-1C7E-ADE5864ED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42C63-3FF7-1623-F445-4655995AC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4756A-8C88-029C-A863-0B7B1432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071B-668F-1FD0-7EBC-32483A7E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81E8B-835F-0F44-0B4B-9EAD819D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E6DE-76F0-9E72-FCB3-4103D052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B6046-CEFA-A303-785C-FCDBF4234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2371-615E-D663-0A1E-CCB92696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24A0-ECDD-84FA-A4C3-13AE2237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73541-1544-63DA-03F4-2CEB2BCB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8287C-1E36-D9B1-AB0F-C74BE61BB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1F6A3-15F3-F47F-7340-99FE65B10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10DFF-E16C-3E56-3983-32F83F17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2772-A7C1-BE3A-63CC-95ED8DAD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64B62-6DE6-8BBE-CB2C-4C2E1ADF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DEAA4-F0B0-2B88-56F9-CD9DE02F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08DD1-FFD6-4C61-3D9B-1CD2B844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C0EC-5BB3-9286-B787-87B143E0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2292-1D5B-4582-B118-47FDF0C44CE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DA05C-B35A-369A-B1B7-E7612E1C0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4568B-0B53-B568-9870-96C478FD2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14C6A-FA27-4AF3-9937-D8C007A9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7D162-A2E5-2E5D-5E0F-6AB6F7D71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0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75418-C5A0-0966-27E4-64476FB49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3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AF57A-FA17-443C-3F25-B06D13488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2CC15-1F07-FD1E-8BE3-B5BC24FF4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8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E6B70-3BD3-8EA1-DB5F-665493125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2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30DEC-2386-29CE-DDD4-315A35933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9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15893-97E1-315B-A14E-9D36067EE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6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1D796-D41B-3026-30D7-F2FFC30F0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1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2026-08-25T13:34:52Z</dcterms:created>
  <dcterms:modified xsi:type="dcterms:W3CDTF">2026-08-25T13:36:54Z</dcterms:modified>
</cp:coreProperties>
</file>